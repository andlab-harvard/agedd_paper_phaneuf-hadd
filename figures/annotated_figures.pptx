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70" r:id="rId5"/>
    <p:sldId id="265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  <a:srgbClr val="FF9300"/>
    <a:srgbClr val="F9961D"/>
    <a:srgbClr val="A6A6A6"/>
    <a:srgbClr val="BE8D00"/>
    <a:srgbClr val="8E6F9B"/>
    <a:srgbClr val="345511"/>
    <a:srgbClr val="F3732B"/>
    <a:srgbClr val="FF95B1"/>
    <a:srgbClr val="90B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0A390-7742-DD4A-92CF-4FE7262DA187}" v="2" dt="2025-06-04T21:03:34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18"/>
    <p:restoredTop sz="94720"/>
  </p:normalViewPr>
  <p:slideViewPr>
    <p:cSldViewPr snapToGrid="0">
      <p:cViewPr varScale="1">
        <p:scale>
          <a:sx n="105" d="100"/>
          <a:sy n="105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euf-Hadd, Camille" userId="3435675e-5c23-4046-8f69-36a389b36498" providerId="ADAL" clId="{1E60A390-7742-DD4A-92CF-4FE7262DA187}"/>
    <pc:docChg chg="undo custSel addSld modSld">
      <pc:chgData name="Phaneuf-Hadd, Camille" userId="3435675e-5c23-4046-8f69-36a389b36498" providerId="ADAL" clId="{1E60A390-7742-DD4A-92CF-4FE7262DA187}" dt="2025-06-04T21:03:34.486" v="144" actId="5736"/>
      <pc:docMkLst>
        <pc:docMk/>
      </pc:docMkLst>
      <pc:sldChg chg="modSp add mod">
        <pc:chgData name="Phaneuf-Hadd, Camille" userId="3435675e-5c23-4046-8f69-36a389b36498" providerId="ADAL" clId="{1E60A390-7742-DD4A-92CF-4FE7262DA187}" dt="2025-06-04T21:03:34.486" v="144" actId="5736"/>
        <pc:sldMkLst>
          <pc:docMk/>
          <pc:sldMk cId="1007719795" sldId="258"/>
        </pc:sldMkLst>
        <pc:graphicFrameChg chg="mod modGraphic">
          <ac:chgData name="Phaneuf-Hadd, Camille" userId="3435675e-5c23-4046-8f69-36a389b36498" providerId="ADAL" clId="{1E60A390-7742-DD4A-92CF-4FE7262DA187}" dt="2025-06-04T21:03:34.486" v="144" actId="5736"/>
          <ac:graphicFrameMkLst>
            <pc:docMk/>
            <pc:sldMk cId="1007719795" sldId="258"/>
            <ac:graphicFrameMk id="4" creationId="{6A8B5CC7-34C0-FF86-A6A1-D4178E33808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793-5757-1F42-80C8-E100F9408A6A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A6AC6-3BF3-B54B-9BF7-F3AFE2892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2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EBEE1-5212-626E-5DEF-A09815C8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E0B08-69D3-9146-74A3-0C20B4F9B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9BD39-0A14-30B8-99F4-5CFFE500F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713E5-2565-3C3F-8C2C-B7618478B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2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97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A457-7B44-1C4A-B766-39FE4537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F22D3-ED97-7CE7-1781-EE20B7778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C193E-C7CD-E6C7-CF0F-37FCCA88E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BFC1F-EB44-1E4C-A62A-1B03A1FD5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55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E782-85DF-6E3D-CA3B-A164E52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640D7-9D57-6C34-591C-B2445D255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BA648-E541-BE66-78CA-601CFBCD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BFC9C-E09C-494C-FA43-F087B1025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3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AB7A-6344-6189-29B5-497333BD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91A49-4FD7-8365-E4F0-4D49E9F7F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38827-8FE8-D4FA-A24C-F2CFEF91E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S4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203E-DBC0-B2E7-007C-12F7E98B2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9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FEFA-43DC-DB3A-CC3F-F4E109B8D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DCF6B-5FAB-1B59-1063-7ED1F5E6E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4010E-E109-3809-A162-6F4B09D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EE0C-F9D6-2BC0-E888-9BC0A9D4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5AFB-A4FE-1B36-1957-F8120573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03C2-EB20-F851-EF65-A6225568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BE745-89F4-55D3-5575-46FE3F03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B1E28-AF35-38C4-3967-E95D22C0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6003-87E0-F986-C346-F9621CC5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D1A5-36AC-E7E8-6ECE-1A7533E0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3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9165-8FD6-77B4-54C8-19D93130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E847D-0A08-DC8E-63F5-96556D72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6D76-72A1-AB79-38EC-71D232C1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7B19-95C7-6082-F734-1E3E5D90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4153C-27CE-FD7D-F22B-E8133ABA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3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750-C2CB-AF74-E803-D408077D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A506-9D08-081C-ECC0-E78A6F110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D792-8C81-8FE1-F13F-724710C39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231C4-8E99-84B8-EC48-6C414536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8582-AE60-F278-A239-D937D3BD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216B-D80F-F01D-87C1-FFA8F8F3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1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2ACC-4C5A-AB4B-1363-717FD6DD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0816-1BD1-C352-874B-855C9A68D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36F35-1428-2846-F30A-85110062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71F5A-290F-801A-4E99-1D47C4B09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D8566-4593-B2D8-4B8B-78A41DC8C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E12E4-C2FD-1E14-CB89-7E83677D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2D765-9730-C5FE-E7D8-E505690E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71275-B771-1392-08CE-2AB9223A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7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F595-25A3-2F78-D87C-7DC25196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DA981-9155-63E5-0F7A-A79D53BA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06222-EF75-66F2-F070-C6E92CE4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063F5-E09C-8ED9-1163-66832767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8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655A3-50FA-DD89-1902-4DD1FECC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D1041-7E94-5058-BEA5-AC073E89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FC9CD-07E6-C568-D976-BBB36D68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0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324A-0B97-DBEC-4247-70697AB2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BE1D-6277-506B-5C34-004A859F4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0867F-580F-0BBA-29D4-69DC58C7C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C1F3D-43FD-7F45-7EE1-F8CC4E11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2C9E5-C1DD-ECB6-0AE0-49128C2B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59E27-4887-F847-60A8-4233F37E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5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6A6E-EC8A-E3DD-08CF-FED16640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AEC66-40DE-1B37-2BCC-523BD57BB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751AA-E1BD-D5F6-459E-517E06168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36109-23C1-2742-5BB6-AB99AE9B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58455-F114-99F2-865B-0B4F4371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EA771-7C65-AEA5-A407-7ACEF0BF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7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5303-45C0-7961-244E-C916FA5C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F16AF-A35A-C738-0DC0-A19512CF6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0627C-0927-D123-8142-262B7967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17E48-7D96-CD7B-DA77-EC9467BC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19373-3C75-4439-E9F3-226985172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1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B03A3-BDB6-F8EA-F4A8-AAB765F11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835BE-C56F-4ECD-5B76-E6731D86F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ED8B-25CC-6A8D-C939-B5842B6C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74C0D-F946-7420-ED18-3FBDC2AE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0DD25-849C-5396-8579-9C3B2D33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7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6F53E-B11E-6B9E-7D35-E713FDE6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B07AC-1B83-6929-D554-3C0DD491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9FC10-1292-0635-D1EF-F27F38F2A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C215A-75E4-9148-8030-208AFC352FA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58E85-9C48-6DE0-D511-D9CF7534F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28D1E-EAB3-76FF-C2F2-7F19FCB2A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6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8BFF-BE0B-1EAE-575E-005FD9FC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37D94A6-03A5-F731-8DBA-A61394E87029}"/>
              </a:ext>
            </a:extLst>
          </p:cNvPr>
          <p:cNvSpPr/>
          <p:nvPr/>
        </p:nvSpPr>
        <p:spPr>
          <a:xfrm>
            <a:off x="115381" y="2951687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20C01F-4398-955B-0CEE-5F9E8FE28238}"/>
              </a:ext>
            </a:extLst>
          </p:cNvPr>
          <p:cNvSpPr/>
          <p:nvPr/>
        </p:nvSpPr>
        <p:spPr>
          <a:xfrm>
            <a:off x="223509" y="4088554"/>
            <a:ext cx="825705" cy="914400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62C66-76B2-47E1-68C3-2595FC71FD8E}"/>
              </a:ext>
            </a:extLst>
          </p:cNvPr>
          <p:cNvSpPr/>
          <p:nvPr/>
        </p:nvSpPr>
        <p:spPr>
          <a:xfrm>
            <a:off x="1086015" y="3165361"/>
            <a:ext cx="825705" cy="1828800"/>
          </a:xfrm>
          <a:prstGeom prst="rect">
            <a:avLst/>
          </a:prstGeom>
          <a:solidFill>
            <a:srgbClr val="BE8D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25CA0-CAED-0B35-B192-551EBE11BDFB}"/>
              </a:ext>
            </a:extLst>
          </p:cNvPr>
          <p:cNvSpPr/>
          <p:nvPr/>
        </p:nvSpPr>
        <p:spPr>
          <a:xfrm>
            <a:off x="217183" y="2779673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3A123B-9A8D-9D3B-59A6-40712DBB2566}"/>
              </a:ext>
            </a:extLst>
          </p:cNvPr>
          <p:cNvSpPr/>
          <p:nvPr/>
        </p:nvSpPr>
        <p:spPr>
          <a:xfrm>
            <a:off x="2136692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88E61E-1001-5FEF-52D2-498D53CA019C}"/>
              </a:ext>
            </a:extLst>
          </p:cNvPr>
          <p:cNvSpPr/>
          <p:nvPr/>
        </p:nvSpPr>
        <p:spPr>
          <a:xfrm>
            <a:off x="4158003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4D7BBD-60EE-F574-7431-28573E69C4F8}"/>
              </a:ext>
            </a:extLst>
          </p:cNvPr>
          <p:cNvSpPr/>
          <p:nvPr/>
        </p:nvSpPr>
        <p:spPr>
          <a:xfrm>
            <a:off x="6185268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856686-A7F4-A04F-D40F-98E9E6A11AF5}"/>
              </a:ext>
            </a:extLst>
          </p:cNvPr>
          <p:cNvSpPr/>
          <p:nvPr/>
        </p:nvSpPr>
        <p:spPr>
          <a:xfrm>
            <a:off x="8212533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0D1008-5320-1890-0416-E4E718C44E28}"/>
              </a:ext>
            </a:extLst>
          </p:cNvPr>
          <p:cNvSpPr/>
          <p:nvPr/>
        </p:nvSpPr>
        <p:spPr>
          <a:xfrm>
            <a:off x="10239798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CE53B7-3517-A6F4-9499-E049E6F2C792}"/>
              </a:ext>
            </a:extLst>
          </p:cNvPr>
          <p:cNvSpPr/>
          <p:nvPr/>
        </p:nvSpPr>
        <p:spPr>
          <a:xfrm>
            <a:off x="12267063" y="2948950"/>
            <a:ext cx="1919509" cy="213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4885FF-C6D4-D18E-A678-0A927F3E02B4}"/>
              </a:ext>
            </a:extLst>
          </p:cNvPr>
          <p:cNvSpPr/>
          <p:nvPr/>
        </p:nvSpPr>
        <p:spPr>
          <a:xfrm>
            <a:off x="116664" y="5188060"/>
            <a:ext cx="14069908" cy="490589"/>
          </a:xfrm>
          <a:prstGeom prst="rect">
            <a:avLst/>
          </a:prstGeom>
          <a:solidFill>
            <a:srgbClr val="F9961D"/>
          </a:solidFill>
          <a:ln w="28575">
            <a:solidFill>
              <a:srgbClr val="F996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4D43B-491A-0C37-1809-C0F715A57BE8}"/>
              </a:ext>
            </a:extLst>
          </p:cNvPr>
          <p:cNvSpPr/>
          <p:nvPr/>
        </p:nvSpPr>
        <p:spPr>
          <a:xfrm>
            <a:off x="2249913" y="3622561"/>
            <a:ext cx="825705" cy="1371600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$15.00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4E1C6-1F59-82F8-1395-F6B942ADA25B}"/>
              </a:ext>
            </a:extLst>
          </p:cNvPr>
          <p:cNvSpPr/>
          <p:nvPr/>
        </p:nvSpPr>
        <p:spPr>
          <a:xfrm>
            <a:off x="3118010" y="3161616"/>
            <a:ext cx="825705" cy="1828800"/>
          </a:xfrm>
          <a:prstGeom prst="rect">
            <a:avLst/>
          </a:prstGeom>
          <a:solidFill>
            <a:srgbClr val="BE8D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D9B32-D37C-BC72-7913-A5EA1780049C}"/>
              </a:ext>
            </a:extLst>
          </p:cNvPr>
          <p:cNvSpPr/>
          <p:nvPr/>
        </p:nvSpPr>
        <p:spPr>
          <a:xfrm>
            <a:off x="2249178" y="2775928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E6BC54-7B21-E07C-3AA1-5355C8CD1F2E}"/>
              </a:ext>
            </a:extLst>
          </p:cNvPr>
          <p:cNvSpPr/>
          <p:nvPr/>
        </p:nvSpPr>
        <p:spPr>
          <a:xfrm>
            <a:off x="4263390" y="3385129"/>
            <a:ext cx="825705" cy="1600200"/>
          </a:xfrm>
          <a:prstGeom prst="rect">
            <a:avLst/>
          </a:prstGeom>
          <a:solidFill>
            <a:srgbClr val="A6A6A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$17.50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1E400C-DE03-7F63-511B-92D964DD5E73}"/>
              </a:ext>
            </a:extLst>
          </p:cNvPr>
          <p:cNvSpPr/>
          <p:nvPr/>
        </p:nvSpPr>
        <p:spPr>
          <a:xfrm>
            <a:off x="5138596" y="3161616"/>
            <a:ext cx="825705" cy="1828800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8624C-1D2F-C879-83D8-DE2F748DF4A6}"/>
              </a:ext>
            </a:extLst>
          </p:cNvPr>
          <p:cNvSpPr/>
          <p:nvPr/>
        </p:nvSpPr>
        <p:spPr>
          <a:xfrm>
            <a:off x="4269764" y="2775928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4375C-E244-8EB9-9FD0-BD7316CD3A64}"/>
              </a:ext>
            </a:extLst>
          </p:cNvPr>
          <p:cNvSpPr/>
          <p:nvPr/>
        </p:nvSpPr>
        <p:spPr>
          <a:xfrm>
            <a:off x="6312314" y="3499944"/>
            <a:ext cx="825705" cy="1490472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$16.25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1AB6E3-A25D-E184-86B1-1CE5E12EEC4D}"/>
              </a:ext>
            </a:extLst>
          </p:cNvPr>
          <p:cNvSpPr/>
          <p:nvPr/>
        </p:nvSpPr>
        <p:spPr>
          <a:xfrm>
            <a:off x="7172540" y="3161616"/>
            <a:ext cx="825705" cy="1828800"/>
          </a:xfrm>
          <a:prstGeom prst="rect">
            <a:avLst/>
          </a:prstGeom>
          <a:solidFill>
            <a:srgbClr val="BE8D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09EE8-30E7-E4B1-C065-B097C722650F}"/>
              </a:ext>
            </a:extLst>
          </p:cNvPr>
          <p:cNvSpPr/>
          <p:nvPr/>
        </p:nvSpPr>
        <p:spPr>
          <a:xfrm>
            <a:off x="6303708" y="2775928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12990-FE23-2564-F012-76FCA12FCA5D}"/>
              </a:ext>
            </a:extLst>
          </p:cNvPr>
          <p:cNvSpPr/>
          <p:nvPr/>
        </p:nvSpPr>
        <p:spPr>
          <a:xfrm>
            <a:off x="8339978" y="3451258"/>
            <a:ext cx="825705" cy="1545336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$16.88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6C3D33-1078-D4FC-8138-68C2DA664E80}"/>
              </a:ext>
            </a:extLst>
          </p:cNvPr>
          <p:cNvSpPr/>
          <p:nvPr/>
        </p:nvSpPr>
        <p:spPr>
          <a:xfrm>
            <a:off x="9199805" y="3165512"/>
            <a:ext cx="825705" cy="1828800"/>
          </a:xfrm>
          <a:prstGeom prst="rect">
            <a:avLst/>
          </a:prstGeom>
          <a:solidFill>
            <a:srgbClr val="BE8D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7DD91-7C2F-2563-6B71-DD9E31AC3812}"/>
              </a:ext>
            </a:extLst>
          </p:cNvPr>
          <p:cNvSpPr/>
          <p:nvPr/>
        </p:nvSpPr>
        <p:spPr>
          <a:xfrm>
            <a:off x="8330973" y="2779824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6DE2CE-33C7-AA55-669F-5C264E83F02F}"/>
              </a:ext>
            </a:extLst>
          </p:cNvPr>
          <p:cNvSpPr/>
          <p:nvPr/>
        </p:nvSpPr>
        <p:spPr>
          <a:xfrm>
            <a:off x="10358238" y="3421393"/>
            <a:ext cx="825705" cy="1572768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$17.19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E76E95-6890-AF49-91B1-9C9A5127BDB1}"/>
              </a:ext>
            </a:extLst>
          </p:cNvPr>
          <p:cNvSpPr/>
          <p:nvPr/>
        </p:nvSpPr>
        <p:spPr>
          <a:xfrm>
            <a:off x="11227070" y="3156529"/>
            <a:ext cx="825705" cy="1828800"/>
          </a:xfrm>
          <a:prstGeom prst="rect">
            <a:avLst/>
          </a:prstGeom>
          <a:solidFill>
            <a:srgbClr val="BE8D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EEF3DA-98ED-6CE2-081D-4C05638A39F6}"/>
              </a:ext>
            </a:extLst>
          </p:cNvPr>
          <p:cNvSpPr/>
          <p:nvPr/>
        </p:nvSpPr>
        <p:spPr>
          <a:xfrm>
            <a:off x="10358238" y="2770841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Screen 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AD393A-C9B8-6346-B6A3-94227852EE30}"/>
              </a:ext>
            </a:extLst>
          </p:cNvPr>
          <p:cNvSpPr/>
          <p:nvPr/>
        </p:nvSpPr>
        <p:spPr>
          <a:xfrm>
            <a:off x="12378824" y="3412249"/>
            <a:ext cx="825705" cy="1581912"/>
          </a:xfrm>
          <a:prstGeom prst="rect">
            <a:avLst/>
          </a:prstGeom>
          <a:solidFill>
            <a:srgbClr val="F9961D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$17.34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521557-BB48-6B1B-18B5-5136B738C9A1}"/>
              </a:ext>
            </a:extLst>
          </p:cNvPr>
          <p:cNvSpPr/>
          <p:nvPr/>
        </p:nvSpPr>
        <p:spPr>
          <a:xfrm>
            <a:off x="13249304" y="3165361"/>
            <a:ext cx="825705" cy="1828800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1600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7A4134-D271-318A-92F3-C2C80F9B939C}"/>
              </a:ext>
            </a:extLst>
          </p:cNvPr>
          <p:cNvSpPr/>
          <p:nvPr/>
        </p:nvSpPr>
        <p:spPr>
          <a:xfrm>
            <a:off x="12380472" y="2779673"/>
            <a:ext cx="1694537" cy="338554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Hypothetical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DDA785-AE79-99E8-2937-C2E68F70AF41}"/>
              </a:ext>
            </a:extLst>
          </p:cNvPr>
          <p:cNvSpPr/>
          <p:nvPr/>
        </p:nvSpPr>
        <p:spPr>
          <a:xfrm>
            <a:off x="115381" y="5258575"/>
            <a:ext cx="14069908" cy="33855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Indifference Point: $17.34 </a:t>
            </a:r>
            <a:r>
              <a:rPr lang="en-US" sz="2400" dirty="0">
                <a:solidFill>
                  <a:schemeClr val="bg1"/>
                </a:solidFill>
                <a:latin typeface="Avenir Book" panose="02000503020000020003" pitchFamily="2" charset="0"/>
              </a:rPr>
              <a:t>÷</a:t>
            </a:r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 $20.00 = 0.867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7329A0-DA45-B34B-1C32-725C6A4A3278}"/>
              </a:ext>
            </a:extLst>
          </p:cNvPr>
          <p:cNvSpPr txBox="1"/>
          <p:nvPr/>
        </p:nvSpPr>
        <p:spPr>
          <a:xfrm>
            <a:off x="115381" y="2214243"/>
            <a:ext cx="14071191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(B) Schematic of Convergence on Indifference Point for </a:t>
            </a:r>
            <a:r>
              <a:rPr lang="en-US" sz="2400" b="1" dirty="0">
                <a:solidFill>
                  <a:srgbClr val="F9961D"/>
                </a:solidFill>
                <a:latin typeface="Avenir Book" panose="02000503020000020003" pitchFamily="2" charset="0"/>
                <a:ea typeface="+mn-lt"/>
                <a:cs typeface="+mn-lt"/>
              </a:rPr>
              <a:t>$20 in 1 week</a:t>
            </a:r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 Decisions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B2F97A-C2FF-3A31-CFDB-4831E67C4587}"/>
              </a:ext>
            </a:extLst>
          </p:cNvPr>
          <p:cNvSpPr>
            <a:spLocks noChangeAspect="1"/>
          </p:cNvSpPr>
          <p:nvPr/>
        </p:nvSpPr>
        <p:spPr>
          <a:xfrm>
            <a:off x="7442818" y="5780350"/>
            <a:ext cx="365760" cy="365760"/>
          </a:xfrm>
          <a:prstGeom prst="rect">
            <a:avLst/>
          </a:prstGeom>
          <a:solidFill>
            <a:srgbClr val="BE8D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Avenir Book" panose="02000503020000020003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5291A2-37D2-E038-387A-1D23FBBFE497}"/>
              </a:ext>
            </a:extLst>
          </p:cNvPr>
          <p:cNvSpPr/>
          <p:nvPr/>
        </p:nvSpPr>
        <p:spPr>
          <a:xfrm>
            <a:off x="7808578" y="5802806"/>
            <a:ext cx="2410315" cy="32084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Avenir Book" panose="02000503020000020003" pitchFamily="2" charset="0"/>
              </a:rPr>
              <a:t>Chose Larger Later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736399-BF46-A85D-CDA3-261343531DF0}"/>
              </a:ext>
            </a:extLst>
          </p:cNvPr>
          <p:cNvSpPr>
            <a:spLocks noChangeAspect="1"/>
          </p:cNvSpPr>
          <p:nvPr/>
        </p:nvSpPr>
        <p:spPr>
          <a:xfrm>
            <a:off x="4643883" y="5776539"/>
            <a:ext cx="365760" cy="365760"/>
          </a:xfrm>
          <a:prstGeom prst="rect">
            <a:avLst/>
          </a:prstGeom>
          <a:solidFill>
            <a:srgbClr val="A6A6A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Avenir Book" panose="02000503020000020003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E7A831-370E-F30C-2569-AB920ED8AC1F}"/>
              </a:ext>
            </a:extLst>
          </p:cNvPr>
          <p:cNvSpPr/>
          <p:nvPr/>
        </p:nvSpPr>
        <p:spPr>
          <a:xfrm>
            <a:off x="5009643" y="5802806"/>
            <a:ext cx="2410315" cy="32084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Avenir Book" panose="02000503020000020003" pitchFamily="2" charset="0"/>
              </a:rPr>
              <a:t>Chose Smaller Sooner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8A63D3-675B-B3F7-38AC-DDBBAF331D30}"/>
              </a:ext>
            </a:extLst>
          </p:cNvPr>
          <p:cNvSpPr txBox="1"/>
          <p:nvPr/>
        </p:nvSpPr>
        <p:spPr>
          <a:xfrm>
            <a:off x="-4886960" y="2214242"/>
            <a:ext cx="4768426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(A) Sample Choice Screen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052549-DD68-C702-4427-E36B0638C732}"/>
              </a:ext>
            </a:extLst>
          </p:cNvPr>
          <p:cNvSpPr>
            <a:spLocks/>
          </p:cNvSpPr>
          <p:nvPr/>
        </p:nvSpPr>
        <p:spPr>
          <a:xfrm>
            <a:off x="-4886960" y="2787293"/>
            <a:ext cx="4768426" cy="3364992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Avenir Book" panose="02000503020000020003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ECE9E0-ED0E-EBD5-44D7-768CD738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69" t="30753" r="49770" b="30415"/>
          <a:stretch>
            <a:fillRect/>
          </a:stretch>
        </p:blipFill>
        <p:spPr>
          <a:xfrm>
            <a:off x="-4650582" y="2946782"/>
            <a:ext cx="2096465" cy="2532176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8A44E7C-2D92-CE95-C8E9-F648C00E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69" t="30753" r="49770" b="30415"/>
          <a:stretch>
            <a:fillRect/>
          </a:stretch>
        </p:blipFill>
        <p:spPr>
          <a:xfrm>
            <a:off x="-2451377" y="2946782"/>
            <a:ext cx="2096465" cy="2532176"/>
          </a:xfrm>
          <a:prstGeom prst="rect">
            <a:avLst/>
          </a:prstGeom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B445AEA-DB48-CABC-B98D-2FA3A7B50818}"/>
              </a:ext>
            </a:extLst>
          </p:cNvPr>
          <p:cNvSpPr/>
          <p:nvPr/>
        </p:nvSpPr>
        <p:spPr>
          <a:xfrm>
            <a:off x="-4315119" y="3518602"/>
            <a:ext cx="1425538" cy="1371600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venir Book" panose="02000503020000020003" pitchFamily="2" charset="0"/>
              </a:rPr>
              <a:t>$10.00</a:t>
            </a:r>
          </a:p>
          <a:p>
            <a:pPr algn="ctr"/>
            <a:r>
              <a:rPr lang="en-US" sz="2400" b="1" dirty="0">
                <a:latin typeface="Avenir Book" panose="02000503020000020003" pitchFamily="2" charset="0"/>
              </a:rPr>
              <a:t>today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B98AC0-93EE-ED4F-24EC-6497A9FC2C48}"/>
              </a:ext>
            </a:extLst>
          </p:cNvPr>
          <p:cNvSpPr/>
          <p:nvPr/>
        </p:nvSpPr>
        <p:spPr>
          <a:xfrm>
            <a:off x="-2120970" y="3518602"/>
            <a:ext cx="1425538" cy="1371600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venir Book" panose="02000503020000020003" pitchFamily="2" charset="0"/>
              </a:rPr>
              <a:t>$20.00</a:t>
            </a:r>
          </a:p>
          <a:p>
            <a:pPr algn="ctr"/>
            <a:r>
              <a:rPr lang="en-US" sz="2400" b="1" dirty="0">
                <a:latin typeface="Avenir Book" panose="02000503020000020003" pitchFamily="2" charset="0"/>
              </a:rPr>
              <a:t>1 week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246573-8A9F-4173-6245-40F344ADACD0}"/>
              </a:ext>
            </a:extLst>
          </p:cNvPr>
          <p:cNvSpPr/>
          <p:nvPr/>
        </p:nvSpPr>
        <p:spPr>
          <a:xfrm>
            <a:off x="-4315119" y="5290997"/>
            <a:ext cx="1425538" cy="581366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venir Book" panose="02000503020000020003" pitchFamily="2" charset="0"/>
              </a:rPr>
              <a:t>[ S 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DFFD04-9FE9-5132-6E00-6218C17667A3}"/>
              </a:ext>
            </a:extLst>
          </p:cNvPr>
          <p:cNvSpPr/>
          <p:nvPr/>
        </p:nvSpPr>
        <p:spPr>
          <a:xfrm>
            <a:off x="-2112368" y="5290997"/>
            <a:ext cx="1425538" cy="581366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venir Book" panose="02000503020000020003" pitchFamily="2" charset="0"/>
              </a:rPr>
              <a:t>[ L ]</a:t>
            </a:r>
          </a:p>
        </p:txBody>
      </p:sp>
    </p:spTree>
    <p:extLst>
      <p:ext uri="{BB962C8B-B14F-4D97-AF65-F5344CB8AC3E}">
        <p14:creationId xmlns:p14="http://schemas.microsoft.com/office/powerpoint/2010/main" val="125080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E410-94B2-3545-5E6C-918FBE74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AB6CC-70EC-47E1-3337-E4B831139B96}"/>
              </a:ext>
            </a:extLst>
          </p:cNvPr>
          <p:cNvSpPr txBox="1"/>
          <p:nvPr/>
        </p:nvSpPr>
        <p:spPr>
          <a:xfrm>
            <a:off x="485643" y="186889"/>
            <a:ext cx="75488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(A) Example Stroop Trial Sequence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ECCC1-85C0-6C64-286D-267A62D16F6E}"/>
              </a:ext>
            </a:extLst>
          </p:cNvPr>
          <p:cNvSpPr txBox="1"/>
          <p:nvPr/>
        </p:nvSpPr>
        <p:spPr>
          <a:xfrm>
            <a:off x="7686496" y="1650181"/>
            <a:ext cx="9951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Avenir Book" panose="02000503020000020003" pitchFamily="2" charset="0"/>
              </a:rPr>
              <a:t>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3FF5CD-51E3-0FDD-E7B9-F27C55C7853A}"/>
              </a:ext>
            </a:extLst>
          </p:cNvPr>
          <p:cNvSpPr/>
          <p:nvPr/>
        </p:nvSpPr>
        <p:spPr>
          <a:xfrm>
            <a:off x="485643" y="739758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9961D"/>
                </a:solidFill>
                <a:latin typeface="Avenir Book" panose="02000503020000020003" pitchFamily="2" charset="0"/>
              </a:rPr>
              <a:t>ORANGE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5966A-CC72-1E5A-B775-7236CA46D9B9}"/>
              </a:ext>
            </a:extLst>
          </p:cNvPr>
          <p:cNvSpPr/>
          <p:nvPr/>
        </p:nvSpPr>
        <p:spPr>
          <a:xfrm>
            <a:off x="2235179" y="940426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9961D"/>
                </a:solidFill>
                <a:latin typeface="Avenir Book" panose="02000503020000020003" pitchFamily="2" charset="0"/>
              </a:rPr>
              <a:t>WHITE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0519AF-DEBF-25FF-A7E9-4A4D872EF4D5}"/>
              </a:ext>
            </a:extLst>
          </p:cNvPr>
          <p:cNvSpPr/>
          <p:nvPr/>
        </p:nvSpPr>
        <p:spPr>
          <a:xfrm>
            <a:off x="3984715" y="1141094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ORANGE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4CA698-EAF0-C89D-5D57-14930263BE99}"/>
              </a:ext>
            </a:extLst>
          </p:cNvPr>
          <p:cNvSpPr/>
          <p:nvPr/>
        </p:nvSpPr>
        <p:spPr>
          <a:xfrm>
            <a:off x="5734251" y="1341762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WHITE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AE33DA-E360-E4CA-6358-D59D68E92512}"/>
              </a:ext>
            </a:extLst>
          </p:cNvPr>
          <p:cNvSpPr txBox="1"/>
          <p:nvPr/>
        </p:nvSpPr>
        <p:spPr>
          <a:xfrm>
            <a:off x="400299" y="1957958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345511"/>
                </a:solidFill>
                <a:latin typeface="Avenir Book" panose="02000503020000020003" pitchFamily="2" charset="0"/>
              </a:rPr>
              <a:t>Congruent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77803-7AD5-5683-BE83-2283D9D17A06}"/>
              </a:ext>
            </a:extLst>
          </p:cNvPr>
          <p:cNvSpPr txBox="1"/>
          <p:nvPr/>
        </p:nvSpPr>
        <p:spPr>
          <a:xfrm>
            <a:off x="2149835" y="2160626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8E6F9B"/>
                </a:solidFill>
                <a:latin typeface="Avenir Book" panose="02000503020000020003" pitchFamily="2" charset="0"/>
              </a:rPr>
              <a:t>Incongruent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25D0A-1487-1B8D-0979-A36BEA32933F}"/>
              </a:ext>
            </a:extLst>
          </p:cNvPr>
          <p:cNvSpPr txBox="1"/>
          <p:nvPr/>
        </p:nvSpPr>
        <p:spPr>
          <a:xfrm>
            <a:off x="3899371" y="2359305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8E6F9B"/>
                </a:solidFill>
                <a:latin typeface="Avenir Book" panose="02000503020000020003" pitchFamily="2" charset="0"/>
              </a:rPr>
              <a:t>Incongruent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EC67D-3241-2035-AFE1-8DFC72C1DA77}"/>
              </a:ext>
            </a:extLst>
          </p:cNvPr>
          <p:cNvSpPr txBox="1"/>
          <p:nvPr/>
        </p:nvSpPr>
        <p:spPr>
          <a:xfrm>
            <a:off x="5648907" y="2561962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345511"/>
                </a:solidFill>
                <a:latin typeface="Avenir Book" panose="02000503020000020003" pitchFamily="2" charset="0"/>
              </a:rPr>
              <a:t>Congruent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4352A4-D621-FFD9-0DDE-332B8339FB83}"/>
              </a:ext>
            </a:extLst>
          </p:cNvPr>
          <p:cNvSpPr txBox="1"/>
          <p:nvPr/>
        </p:nvSpPr>
        <p:spPr>
          <a:xfrm>
            <a:off x="485643" y="2925707"/>
            <a:ext cx="75488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(B) Example 2-Back Trial Sequence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7D8532-4D23-95ED-CE51-37FE0B7057C6}"/>
              </a:ext>
            </a:extLst>
          </p:cNvPr>
          <p:cNvSpPr txBox="1"/>
          <p:nvPr/>
        </p:nvSpPr>
        <p:spPr>
          <a:xfrm>
            <a:off x="7686496" y="4388999"/>
            <a:ext cx="9951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Avenir Book" panose="02000503020000020003" pitchFamily="2" charset="0"/>
              </a:rPr>
              <a:t>...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BBEE7-B796-C2B7-8515-230E89915D8C}"/>
              </a:ext>
            </a:extLst>
          </p:cNvPr>
          <p:cNvSpPr/>
          <p:nvPr/>
        </p:nvSpPr>
        <p:spPr>
          <a:xfrm>
            <a:off x="485643" y="3478576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9961D"/>
              </a:solidFill>
              <a:latin typeface="Avenir Book" panose="02000503020000020003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1893C8-C90C-F1FC-DD32-E13B6040DAB8}"/>
              </a:ext>
            </a:extLst>
          </p:cNvPr>
          <p:cNvSpPr/>
          <p:nvPr/>
        </p:nvSpPr>
        <p:spPr>
          <a:xfrm>
            <a:off x="2235179" y="3679244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9961D"/>
              </a:solidFill>
              <a:latin typeface="Avenir Book" panose="02000503020000020003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661FF9-4EE6-1563-9E0E-3D93DAE1FD9A}"/>
              </a:ext>
            </a:extLst>
          </p:cNvPr>
          <p:cNvSpPr/>
          <p:nvPr/>
        </p:nvSpPr>
        <p:spPr>
          <a:xfrm>
            <a:off x="3984715" y="3879912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109762-7693-417A-6050-764F0096BEBC}"/>
              </a:ext>
            </a:extLst>
          </p:cNvPr>
          <p:cNvSpPr/>
          <p:nvPr/>
        </p:nvSpPr>
        <p:spPr>
          <a:xfrm>
            <a:off x="5734251" y="4080580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515554-A911-F3D0-BF27-59C67A6FFB5F}"/>
              </a:ext>
            </a:extLst>
          </p:cNvPr>
          <p:cNvSpPr txBox="1"/>
          <p:nvPr/>
        </p:nvSpPr>
        <p:spPr>
          <a:xfrm>
            <a:off x="3101750" y="5815629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8E6F9B"/>
                </a:solidFill>
                <a:latin typeface="Avenir Book" panose="02000503020000020003" pitchFamily="2" charset="0"/>
              </a:rPr>
              <a:t>Mismatch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38DD51-1840-20E7-9187-44FB5A2B580D}"/>
              </a:ext>
            </a:extLst>
          </p:cNvPr>
          <p:cNvSpPr txBox="1"/>
          <p:nvPr/>
        </p:nvSpPr>
        <p:spPr>
          <a:xfrm>
            <a:off x="1353298" y="560412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345511"/>
                </a:solidFill>
                <a:latin typeface="Avenir Book" panose="02000503020000020003" pitchFamily="2" charset="0"/>
              </a:rPr>
              <a:t>Match</a:t>
            </a:r>
          </a:p>
        </p:txBody>
      </p:sp>
      <p:pic>
        <p:nvPicPr>
          <p:cNvPr id="40" name="Picture 39" descr="A screenshot of a computer&#10;&#10;Description automatically generated">
            <a:extLst>
              <a:ext uri="{FF2B5EF4-FFF2-40B4-BE49-F238E27FC236}">
                <a16:creationId xmlns:a16="http://schemas.microsoft.com/office/drawing/2014/main" id="{13B0925D-6A6C-9E14-86D4-B2942B0DC9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85" t="40244" r="44431" b="44290"/>
          <a:stretch>
            <a:fillRect/>
          </a:stretch>
        </p:blipFill>
        <p:spPr>
          <a:xfrm>
            <a:off x="994318" y="3683677"/>
            <a:ext cx="959790" cy="874145"/>
          </a:xfrm>
          <a:prstGeom prst="rect">
            <a:avLst/>
          </a:prstGeom>
          <a:ln w="12700">
            <a:noFill/>
          </a:ln>
        </p:spPr>
      </p:pic>
      <p:pic>
        <p:nvPicPr>
          <p:cNvPr id="41" name="Picture 40" descr="A pig on a black background with Marfa lights in the background&#10;&#10;Description automatically generated">
            <a:extLst>
              <a:ext uri="{FF2B5EF4-FFF2-40B4-BE49-F238E27FC236}">
                <a16:creationId xmlns:a16="http://schemas.microsoft.com/office/drawing/2014/main" id="{1DA450F9-64C2-C5D8-0CB4-320422346D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426" t="40889" r="43700" b="44414"/>
          <a:stretch>
            <a:fillRect/>
          </a:stretch>
        </p:blipFill>
        <p:spPr>
          <a:xfrm>
            <a:off x="2586135" y="3879912"/>
            <a:ext cx="1173372" cy="881598"/>
          </a:xfrm>
          <a:prstGeom prst="rect">
            <a:avLst/>
          </a:prstGeom>
          <a:ln w="12700">
            <a:noFill/>
          </a:ln>
        </p:spPr>
      </p:pic>
      <p:pic>
        <p:nvPicPr>
          <p:cNvPr id="43" name="Picture 42" descr="A bee on a black background&#10;&#10;Description automatically generated">
            <a:extLst>
              <a:ext uri="{FF2B5EF4-FFF2-40B4-BE49-F238E27FC236}">
                <a16:creationId xmlns:a16="http://schemas.microsoft.com/office/drawing/2014/main" id="{7A66D1C6-CC28-31CE-6804-556CC8B3E6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212" t="40370" r="44299" b="44371"/>
          <a:stretch>
            <a:fillRect/>
          </a:stretch>
        </p:blipFill>
        <p:spPr>
          <a:xfrm>
            <a:off x="6294715" y="4321207"/>
            <a:ext cx="869873" cy="796530"/>
          </a:xfrm>
          <a:prstGeom prst="rect">
            <a:avLst/>
          </a:prstGeom>
          <a:ln w="12700">
            <a:noFill/>
          </a:ln>
        </p:spPr>
      </p:pic>
      <p:pic>
        <p:nvPicPr>
          <p:cNvPr id="44" name="Picture 43" descr="A screenshot of a computer&#10;&#10;Description automatically generated">
            <a:extLst>
              <a:ext uri="{FF2B5EF4-FFF2-40B4-BE49-F238E27FC236}">
                <a16:creationId xmlns:a16="http://schemas.microsoft.com/office/drawing/2014/main" id="{6987684C-963C-44B5-76CC-107B5083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85" t="40244" r="44431" b="44290"/>
          <a:stretch>
            <a:fillRect/>
          </a:stretch>
        </p:blipFill>
        <p:spPr>
          <a:xfrm>
            <a:off x="4476621" y="4096522"/>
            <a:ext cx="959790" cy="874145"/>
          </a:xfrm>
          <a:prstGeom prst="rect">
            <a:avLst/>
          </a:prstGeom>
          <a:ln w="12700">
            <a:noFill/>
          </a:ln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69A85FBD-3A56-80E3-09AC-80283F85A2EC}"/>
              </a:ext>
            </a:extLst>
          </p:cNvPr>
          <p:cNvCxnSpPr>
            <a:cxnSpLocks/>
            <a:stCxn id="32" idx="2"/>
            <a:endCxn id="34" idx="2"/>
          </p:cNvCxnSpPr>
          <p:nvPr/>
        </p:nvCxnSpPr>
        <p:spPr>
          <a:xfrm rot="16200000" flipH="1">
            <a:off x="3023082" y="3137716"/>
            <a:ext cx="401336" cy="3499072"/>
          </a:xfrm>
          <a:prstGeom prst="bentConnector3">
            <a:avLst>
              <a:gd name="adj1" fmla="val 217084"/>
            </a:avLst>
          </a:prstGeom>
          <a:ln w="28575">
            <a:solidFill>
              <a:srgbClr val="34551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D6E25E8-3117-2481-64B5-8140D1C00B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2617" y="3354326"/>
            <a:ext cx="401336" cy="3499072"/>
          </a:xfrm>
          <a:prstGeom prst="bentConnector3">
            <a:avLst>
              <a:gd name="adj1" fmla="val 217084"/>
            </a:avLst>
          </a:prstGeom>
          <a:ln w="28575">
            <a:solidFill>
              <a:srgbClr val="8E6F9B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36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7914-530A-08A8-E4CA-440E289C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reward&#10;&#10;AI-generated content may be incorrect.">
            <a:extLst>
              <a:ext uri="{FF2B5EF4-FFF2-40B4-BE49-F238E27FC236}">
                <a16:creationId xmlns:a16="http://schemas.microsoft.com/office/drawing/2014/main" id="{28052525-ED5F-E2E5-E7C6-196B5840F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418" y="3215640"/>
            <a:ext cx="2743200" cy="2743200"/>
          </a:xfrm>
          <a:prstGeom prst="rect">
            <a:avLst/>
          </a:prstGeom>
        </p:spPr>
      </p:pic>
      <p:pic>
        <p:nvPicPr>
          <p:cNvPr id="4" name="Picture 3" descr="A graph showing a number of years&#10;&#10;AI-generated content may be incorrect.">
            <a:extLst>
              <a:ext uri="{FF2B5EF4-FFF2-40B4-BE49-F238E27FC236}">
                <a16:creationId xmlns:a16="http://schemas.microsoft.com/office/drawing/2014/main" id="{34C56A1F-6C30-A698-0F46-60891B142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218" y="3215640"/>
            <a:ext cx="2743200" cy="2743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9E5DDB-84C2-790C-E69E-E579BD4C1D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4618" y="338328"/>
            <a:ext cx="2743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14DBEA-BD98-C11E-EEA8-C5BFAA905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818" y="338328"/>
            <a:ext cx="2743200" cy="2743200"/>
          </a:xfrm>
          <a:prstGeom prst="rect">
            <a:avLst/>
          </a:prstGeom>
        </p:spPr>
      </p:pic>
      <p:pic>
        <p:nvPicPr>
          <p:cNvPr id="5" name="Picture 4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E6E46653-CDC1-8450-B7E6-ABE1B81526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018" y="338328"/>
            <a:ext cx="2743200" cy="2743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0460C1-5585-2B3F-D9F2-5251F62EAEC9}"/>
              </a:ext>
            </a:extLst>
          </p:cNvPr>
          <p:cNvSpPr txBox="1"/>
          <p:nvPr/>
        </p:nvSpPr>
        <p:spPr>
          <a:xfrm>
            <a:off x="244618" y="204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  <a:ea typeface="+mn-lt"/>
                <a:cs typeface="+mn-lt"/>
              </a:rPr>
              <a:t>(A)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75496-BF5A-3698-16DB-0EB2761A6614}"/>
              </a:ext>
            </a:extLst>
          </p:cNvPr>
          <p:cNvSpPr txBox="1"/>
          <p:nvPr/>
        </p:nvSpPr>
        <p:spPr>
          <a:xfrm>
            <a:off x="2987818" y="204216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  <a:ea typeface="+mn-lt"/>
                <a:cs typeface="+mn-lt"/>
              </a:rPr>
              <a:t>(B)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47B1B-676C-1175-1518-EE6795E67526}"/>
              </a:ext>
            </a:extLst>
          </p:cNvPr>
          <p:cNvSpPr txBox="1"/>
          <p:nvPr/>
        </p:nvSpPr>
        <p:spPr>
          <a:xfrm>
            <a:off x="5714988" y="20421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  <a:ea typeface="+mn-lt"/>
                <a:cs typeface="+mn-lt"/>
              </a:rPr>
              <a:t>(C)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6FDAC-4D8B-FB43-94E6-6A2CA68A4CFD}"/>
              </a:ext>
            </a:extLst>
          </p:cNvPr>
          <p:cNvSpPr txBox="1"/>
          <p:nvPr/>
        </p:nvSpPr>
        <p:spPr>
          <a:xfrm>
            <a:off x="1616218" y="308152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  <a:ea typeface="+mn-lt"/>
                <a:cs typeface="+mn-lt"/>
              </a:rPr>
              <a:t>(D)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EF9182-5D0D-23C8-6559-4C487C889B90}"/>
              </a:ext>
            </a:extLst>
          </p:cNvPr>
          <p:cNvSpPr txBox="1"/>
          <p:nvPr/>
        </p:nvSpPr>
        <p:spPr>
          <a:xfrm>
            <a:off x="4359418" y="30815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  <a:ea typeface="+mn-lt"/>
                <a:cs typeface="+mn-lt"/>
              </a:rPr>
              <a:t>(E)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8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E46B5-D162-D1AF-A8CA-1405D12B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BABB17-0619-73E2-706B-A9B1737F7E30}"/>
              </a:ext>
            </a:extLst>
          </p:cNvPr>
          <p:cNvSpPr/>
          <p:nvPr/>
        </p:nvSpPr>
        <p:spPr>
          <a:xfrm>
            <a:off x="2292625" y="4929813"/>
            <a:ext cx="1736034" cy="702365"/>
          </a:xfrm>
          <a:prstGeom prst="rect">
            <a:avLst/>
          </a:prstGeom>
          <a:solidFill>
            <a:srgbClr val="F99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$20 Decision AUC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E04AE4-E99A-4C4C-832A-9980C9AAE1D2}"/>
              </a:ext>
            </a:extLst>
          </p:cNvPr>
          <p:cNvSpPr/>
          <p:nvPr/>
        </p:nvSpPr>
        <p:spPr>
          <a:xfrm>
            <a:off x="8163338" y="4909930"/>
            <a:ext cx="1736035" cy="702365"/>
          </a:xfrm>
          <a:prstGeom prst="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$200 Decision AUC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C9EEC-16C3-3A11-7E5A-13D213F1C2FF}"/>
              </a:ext>
            </a:extLst>
          </p:cNvPr>
          <p:cNvSpPr/>
          <p:nvPr/>
        </p:nvSpPr>
        <p:spPr>
          <a:xfrm>
            <a:off x="1292089" y="2590798"/>
            <a:ext cx="1736034" cy="702365"/>
          </a:xfrm>
          <a:prstGeom prst="rect">
            <a:avLst/>
          </a:prstGeom>
          <a:solidFill>
            <a:srgbClr val="9484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FOS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93BF4-D783-9E11-E896-F92422864601}"/>
              </a:ext>
            </a:extLst>
          </p:cNvPr>
          <p:cNvSpPr/>
          <p:nvPr/>
        </p:nvSpPr>
        <p:spPr>
          <a:xfrm>
            <a:off x="3260035" y="2590799"/>
            <a:ext cx="1736035" cy="702365"/>
          </a:xfrm>
          <a:prstGeom prst="rect">
            <a:avLst/>
          </a:prstGeom>
          <a:solidFill>
            <a:srgbClr val="5975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Stroop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3811B7-8A5F-BA43-3346-D250A253552E}"/>
              </a:ext>
            </a:extLst>
          </p:cNvPr>
          <p:cNvSpPr/>
          <p:nvPr/>
        </p:nvSpPr>
        <p:spPr>
          <a:xfrm>
            <a:off x="9163874" y="2590799"/>
            <a:ext cx="1736034" cy="702365"/>
          </a:xfrm>
          <a:prstGeom prst="rect">
            <a:avLst/>
          </a:prstGeom>
          <a:solidFill>
            <a:srgbClr val="345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N-Back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B04523-298E-15ED-B481-3BDBB8177F15}"/>
              </a:ext>
            </a:extLst>
          </p:cNvPr>
          <p:cNvSpPr/>
          <p:nvPr/>
        </p:nvSpPr>
        <p:spPr>
          <a:xfrm>
            <a:off x="7195928" y="2590799"/>
            <a:ext cx="1736035" cy="702365"/>
          </a:xfrm>
          <a:prstGeom prst="rect">
            <a:avLst/>
          </a:prstGeom>
          <a:solidFill>
            <a:srgbClr val="90B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BAS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2E88F8-2E46-CFEB-5317-83B403E39A7A}"/>
              </a:ext>
            </a:extLst>
          </p:cNvPr>
          <p:cNvSpPr/>
          <p:nvPr/>
        </p:nvSpPr>
        <p:spPr>
          <a:xfrm>
            <a:off x="5227982" y="2590800"/>
            <a:ext cx="1736034" cy="702365"/>
          </a:xfrm>
          <a:prstGeom prst="rect">
            <a:avLst/>
          </a:prstGeom>
          <a:solidFill>
            <a:srgbClr val="43A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Time Perception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166AA-64BF-603E-05A9-1B740974DAEA}"/>
              </a:ext>
            </a:extLst>
          </p:cNvPr>
          <p:cNvSpPr/>
          <p:nvPr/>
        </p:nvSpPr>
        <p:spPr>
          <a:xfrm>
            <a:off x="5373756" y="265039"/>
            <a:ext cx="1444487" cy="70236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BCE160-6BCE-172A-4A1E-89C8B8F47115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6095999" y="967404"/>
            <a:ext cx="1" cy="1623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652292-B51B-9346-AA7C-E261F75EF5CA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6000" y="967404"/>
            <a:ext cx="1967946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AB8731-4D32-150A-0CAF-D8114B8347E3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4128053" y="967404"/>
            <a:ext cx="1967947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6FE75B-8BCF-56F5-A8ED-A9A14A752897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2160106" y="967404"/>
            <a:ext cx="3935894" cy="16233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70C128-441D-9903-8BDE-BA579F902B9C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096000" y="967404"/>
            <a:ext cx="3935891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BF9A22-BB7B-84F0-8A92-5576A2CC453B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95999" y="3293165"/>
            <a:ext cx="2935357" cy="1616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D83858-90B5-46AE-CD4A-A4E456E3CC87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 flipH="1">
            <a:off x="3160642" y="3293165"/>
            <a:ext cx="2935357" cy="163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9F87E6-0629-C4BE-5FF8-BE8CEA1C23CA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2160106" y="3293163"/>
            <a:ext cx="1000536" cy="1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A34713D-E805-55C5-249D-210EEF6FB3C7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9031356" y="3293164"/>
            <a:ext cx="1000535" cy="1616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7FC1941-F3E9-D980-A21B-9802331B59F5}"/>
              </a:ext>
            </a:extLst>
          </p:cNvPr>
          <p:cNvCxnSpPr>
            <a:cxnSpLocks/>
            <a:stCxn id="11" idx="1"/>
            <a:endCxn id="4" idx="1"/>
          </p:cNvCxnSpPr>
          <p:nvPr/>
        </p:nvCxnSpPr>
        <p:spPr>
          <a:xfrm rot="10800000" flipV="1">
            <a:off x="2292626" y="616222"/>
            <a:ext cx="3081131" cy="4664774"/>
          </a:xfrm>
          <a:prstGeom prst="curvedConnector3">
            <a:avLst>
              <a:gd name="adj1" fmla="val 1405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FAA5DE97-266D-3131-B9F3-545A45FE06FD}"/>
              </a:ext>
            </a:extLst>
          </p:cNvPr>
          <p:cNvCxnSpPr>
            <a:cxnSpLocks/>
            <a:stCxn id="11" idx="3"/>
            <a:endCxn id="5" idx="3"/>
          </p:cNvCxnSpPr>
          <p:nvPr/>
        </p:nvCxnSpPr>
        <p:spPr>
          <a:xfrm>
            <a:off x="6818243" y="616222"/>
            <a:ext cx="3081130" cy="4644891"/>
          </a:xfrm>
          <a:prstGeom prst="curvedConnector3">
            <a:avLst>
              <a:gd name="adj1" fmla="val 1413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30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5C57-13A7-FC42-2F26-FDA02F37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E939A3-8EC8-26F0-1696-E0F92117EC6D}"/>
              </a:ext>
            </a:extLst>
          </p:cNvPr>
          <p:cNvSpPr/>
          <p:nvPr/>
        </p:nvSpPr>
        <p:spPr>
          <a:xfrm>
            <a:off x="2292625" y="4929813"/>
            <a:ext cx="1736034" cy="702365"/>
          </a:xfrm>
          <a:prstGeom prst="rect">
            <a:avLst/>
          </a:prstGeom>
          <a:solidFill>
            <a:srgbClr val="F99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$20 Decision AUC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5E998-FC61-A981-3A05-F2DFB2622FAE}"/>
              </a:ext>
            </a:extLst>
          </p:cNvPr>
          <p:cNvSpPr/>
          <p:nvPr/>
        </p:nvSpPr>
        <p:spPr>
          <a:xfrm>
            <a:off x="8163338" y="4909930"/>
            <a:ext cx="1736035" cy="702365"/>
          </a:xfrm>
          <a:prstGeom prst="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$200 Decision AUC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A7BCE-18F5-72F1-916B-36E6A85437B2}"/>
              </a:ext>
            </a:extLst>
          </p:cNvPr>
          <p:cNvSpPr/>
          <p:nvPr/>
        </p:nvSpPr>
        <p:spPr>
          <a:xfrm>
            <a:off x="1292089" y="2590798"/>
            <a:ext cx="1736034" cy="702365"/>
          </a:xfrm>
          <a:prstGeom prst="rect">
            <a:avLst/>
          </a:prstGeom>
          <a:solidFill>
            <a:srgbClr val="9484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FOS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772F63-025B-EA4D-F5D5-B35FAC928244}"/>
              </a:ext>
            </a:extLst>
          </p:cNvPr>
          <p:cNvSpPr/>
          <p:nvPr/>
        </p:nvSpPr>
        <p:spPr>
          <a:xfrm>
            <a:off x="3260035" y="2590799"/>
            <a:ext cx="1736035" cy="702365"/>
          </a:xfrm>
          <a:prstGeom prst="rect">
            <a:avLst/>
          </a:prstGeom>
          <a:solidFill>
            <a:srgbClr val="5975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Stroop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48812-D624-3692-D481-F732DD2B5E6E}"/>
              </a:ext>
            </a:extLst>
          </p:cNvPr>
          <p:cNvSpPr/>
          <p:nvPr/>
        </p:nvSpPr>
        <p:spPr>
          <a:xfrm>
            <a:off x="9163874" y="2590799"/>
            <a:ext cx="1736034" cy="702365"/>
          </a:xfrm>
          <a:prstGeom prst="rect">
            <a:avLst/>
          </a:prstGeom>
          <a:solidFill>
            <a:srgbClr val="345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N-Back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AC71C-5D0C-1246-1F1D-B8B393094369}"/>
              </a:ext>
            </a:extLst>
          </p:cNvPr>
          <p:cNvSpPr/>
          <p:nvPr/>
        </p:nvSpPr>
        <p:spPr>
          <a:xfrm>
            <a:off x="7195928" y="2590799"/>
            <a:ext cx="1736035" cy="702365"/>
          </a:xfrm>
          <a:prstGeom prst="rect">
            <a:avLst/>
          </a:prstGeom>
          <a:solidFill>
            <a:srgbClr val="90B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BAS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658AB0-0FBE-F553-FEF7-CE971F32A354}"/>
              </a:ext>
            </a:extLst>
          </p:cNvPr>
          <p:cNvSpPr/>
          <p:nvPr/>
        </p:nvSpPr>
        <p:spPr>
          <a:xfrm>
            <a:off x="5227982" y="2590800"/>
            <a:ext cx="1736034" cy="702365"/>
          </a:xfrm>
          <a:prstGeom prst="rect">
            <a:avLst/>
          </a:prstGeom>
          <a:solidFill>
            <a:srgbClr val="43AB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Time Perception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BC4A92-9530-64FD-F3FF-033FB8F54618}"/>
              </a:ext>
            </a:extLst>
          </p:cNvPr>
          <p:cNvSpPr/>
          <p:nvPr/>
        </p:nvSpPr>
        <p:spPr>
          <a:xfrm>
            <a:off x="5373756" y="265039"/>
            <a:ext cx="1444487" cy="70236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0BBDBB-8667-476D-0910-8459E70BEB0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6095999" y="967404"/>
            <a:ext cx="1" cy="1623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24444F-4EF1-5CF1-81EE-28BA7B5DA759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6000" y="967404"/>
            <a:ext cx="1967946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51BBE9-3F19-DC61-CE42-5529EC14334B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4128053" y="967404"/>
            <a:ext cx="1967947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1AEDF7-D916-6C03-0577-9A3451DADAD6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2160106" y="967404"/>
            <a:ext cx="3935894" cy="16233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D123C9-1938-CB02-087C-D098C0F75FDA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096000" y="967404"/>
            <a:ext cx="3935891" cy="1623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67B091-164D-8B93-72D6-14A72B65F6B6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95999" y="3293165"/>
            <a:ext cx="2935357" cy="1616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488E32B-AAF2-DA77-D267-74C28D438E0C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 flipH="1">
            <a:off x="3160642" y="3293165"/>
            <a:ext cx="2935357" cy="163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31287A-78DC-D177-F75F-396F31934CDE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2160106" y="3293163"/>
            <a:ext cx="1000536" cy="1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569A481-20FC-CF60-3F22-44B13C1629D9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9031356" y="3293164"/>
            <a:ext cx="1000535" cy="1616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505C584-B022-61FF-DBA9-1D31C8C792F7}"/>
              </a:ext>
            </a:extLst>
          </p:cNvPr>
          <p:cNvCxnSpPr>
            <a:cxnSpLocks/>
            <a:stCxn id="11" idx="1"/>
            <a:endCxn id="4" idx="1"/>
          </p:cNvCxnSpPr>
          <p:nvPr/>
        </p:nvCxnSpPr>
        <p:spPr>
          <a:xfrm rot="10800000" flipV="1">
            <a:off x="2292626" y="616222"/>
            <a:ext cx="3081131" cy="4664774"/>
          </a:xfrm>
          <a:prstGeom prst="curvedConnector3">
            <a:avLst>
              <a:gd name="adj1" fmla="val 1405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89F02D41-CA72-403C-A389-E8E2982420A2}"/>
              </a:ext>
            </a:extLst>
          </p:cNvPr>
          <p:cNvCxnSpPr>
            <a:cxnSpLocks/>
            <a:stCxn id="11" idx="3"/>
            <a:endCxn id="5" idx="3"/>
          </p:cNvCxnSpPr>
          <p:nvPr/>
        </p:nvCxnSpPr>
        <p:spPr>
          <a:xfrm>
            <a:off x="6818243" y="616222"/>
            <a:ext cx="3081130" cy="4644891"/>
          </a:xfrm>
          <a:prstGeom prst="curvedConnector3">
            <a:avLst>
              <a:gd name="adj1" fmla="val 1413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CA0925-DBC7-0DD7-8DC1-72275DE7D3FB}"/>
              </a:ext>
            </a:extLst>
          </p:cNvPr>
          <p:cNvCxnSpPr>
            <a:cxnSpLocks/>
            <a:stCxn id="6" idx="2"/>
            <a:endCxn id="5" idx="1"/>
          </p:cNvCxnSpPr>
          <p:nvPr/>
        </p:nvCxnSpPr>
        <p:spPr>
          <a:xfrm>
            <a:off x="2160106" y="3293163"/>
            <a:ext cx="6003232" cy="196795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A5CAA7-90DA-D87C-E0A4-0FF9EFA07CE6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160642" y="3293161"/>
            <a:ext cx="967410" cy="163665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7C6040-FA7C-389F-6802-E45D1CCA130C}"/>
              </a:ext>
            </a:extLst>
          </p:cNvPr>
          <p:cNvCxnSpPr>
            <a:cxnSpLocks/>
            <a:stCxn id="7" idx="2"/>
            <a:endCxn id="5" idx="1"/>
          </p:cNvCxnSpPr>
          <p:nvPr/>
        </p:nvCxnSpPr>
        <p:spPr>
          <a:xfrm>
            <a:off x="4128053" y="3293164"/>
            <a:ext cx="4035285" cy="196794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9AD452-3541-FEC4-2A40-6DA041D37BE8}"/>
              </a:ext>
            </a:extLst>
          </p:cNvPr>
          <p:cNvCxnSpPr>
            <a:cxnSpLocks/>
            <a:stCxn id="9" idx="2"/>
            <a:endCxn id="4" idx="3"/>
          </p:cNvCxnSpPr>
          <p:nvPr/>
        </p:nvCxnSpPr>
        <p:spPr>
          <a:xfrm flipH="1">
            <a:off x="4028659" y="3293164"/>
            <a:ext cx="4035287" cy="198783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F8CA75-E76D-E243-D9D8-742C5469F7AD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8063946" y="3293164"/>
            <a:ext cx="967410" cy="1616766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13254E-7EC6-D0A6-2E03-D8DA8B65E508}"/>
              </a:ext>
            </a:extLst>
          </p:cNvPr>
          <p:cNvCxnSpPr>
            <a:cxnSpLocks/>
            <a:stCxn id="8" idx="2"/>
            <a:endCxn id="4" idx="3"/>
          </p:cNvCxnSpPr>
          <p:nvPr/>
        </p:nvCxnSpPr>
        <p:spPr>
          <a:xfrm flipH="1">
            <a:off x="4028659" y="3293164"/>
            <a:ext cx="6003232" cy="198783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76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22846501CC4E42BA690349A1E2BAE7" ma:contentTypeVersion="18" ma:contentTypeDescription="Create a new document." ma:contentTypeScope="" ma:versionID="ee15b082ae5f42658b15512c954eabe8">
  <xsd:schema xmlns:xsd="http://www.w3.org/2001/XMLSchema" xmlns:xs="http://www.w3.org/2001/XMLSchema" xmlns:p="http://schemas.microsoft.com/office/2006/metadata/properties" xmlns:ns2="f86ba2e4-d0c6-4664-9310-24acd3d22541" xmlns:ns3="12e3a79e-b758-4660-884f-5860278e0032" targetNamespace="http://schemas.microsoft.com/office/2006/metadata/properties" ma:root="true" ma:fieldsID="49226fc8a5dcb556077b58f373c68dac" ns2:_="" ns3:_="">
    <xsd:import namespace="f86ba2e4-d0c6-4664-9310-24acd3d22541"/>
    <xsd:import namespace="12e3a79e-b758-4660-884f-5860278e0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a2e4-d0c6-4664-9310-24acd3d225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8107521-1385-498b-8889-bf2cd8dee3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3a79e-b758-4660-884f-5860278e003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3d8673f-12a3-4a39-ad1b-83a3ca694712}" ma:internalName="TaxCatchAll" ma:showField="CatchAllData" ma:web="12e3a79e-b758-4660-884f-5860278e0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e3a79e-b758-4660-884f-5860278e0032" xsi:nil="true"/>
    <lcf76f155ced4ddcb4097134ff3c332f xmlns="f86ba2e4-d0c6-4664-9310-24acd3d2254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6A6A61-66ED-4AEA-B950-4A73E78289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6ba2e4-d0c6-4664-9310-24acd3d22541"/>
    <ds:schemaRef ds:uri="12e3a79e-b758-4660-884f-5860278e00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E5F275-9B45-4933-B663-4E7F48050E26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12e3a79e-b758-4660-884f-5860278e0032"/>
    <ds:schemaRef ds:uri="http://purl.org/dc/elements/1.1/"/>
    <ds:schemaRef ds:uri="http://schemas.microsoft.com/office/infopath/2007/PartnerControls"/>
    <ds:schemaRef ds:uri="f86ba2e4-d0c6-4664-9310-24acd3d22541"/>
  </ds:schemaRefs>
</ds:datastoreItem>
</file>

<file path=customXml/itemProps3.xml><?xml version="1.0" encoding="utf-8"?>
<ds:datastoreItem xmlns:ds="http://schemas.openxmlformats.org/officeDocument/2006/customXml" ds:itemID="{77D1FD6E-C942-494A-9145-AF639A017B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201</Words>
  <Application>Microsoft Macintosh PowerPoint</Application>
  <PresentationFormat>Widescreen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Phaneuf-Hadd, Camille</dc:creator>
  <cp:lastModifiedBy>Phaneuf-Hadd, Camille</cp:lastModifiedBy>
  <cp:revision>75</cp:revision>
  <dcterms:created xsi:type="dcterms:W3CDTF">2025-05-30T13:25:17Z</dcterms:created>
  <dcterms:modified xsi:type="dcterms:W3CDTF">2026-01-30T16:41:52Z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0x0101009522846501CC4E42BA690349A1E2BAE7</vt:lpwstr>
  </property>
  <property fmtid="{D5CDD505-2E9C-101B-9397-08002B2CF9AE}" pid="3" name="MediaServiceImageTags">
    <vt:lpwstr/>
  </property>
</Properties>
</file>